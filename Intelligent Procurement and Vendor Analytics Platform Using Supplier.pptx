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36E767-EEE4-43CF-8B7C-D78FBEF50CB3}" v="1" dt="2026-10-16T09:14:57.7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thika muralidharan" userId="749fff8b25e41909" providerId="LiveId" clId="{31453249-FDBE-48B6-9512-35AA5549B4CD}"/>
    <pc:docChg chg="modSld">
      <pc:chgData name="krithika muralidharan" userId="749fff8b25e41909" providerId="LiveId" clId="{31453249-FDBE-48B6-9512-35AA5549B4CD}" dt="2026-10-16T09:14:57.763" v="0" actId="767"/>
      <pc:docMkLst>
        <pc:docMk/>
      </pc:docMkLst>
      <pc:sldChg chg="addSp modSp">
        <pc:chgData name="krithika muralidharan" userId="749fff8b25e41909" providerId="LiveId" clId="{31453249-FDBE-48B6-9512-35AA5549B4CD}" dt="2026-10-16T09:14:57.763" v="0" actId="767"/>
        <pc:sldMkLst>
          <pc:docMk/>
          <pc:sldMk cId="3105347749" sldId="260"/>
        </pc:sldMkLst>
        <pc:spChg chg="add mod">
          <ac:chgData name="krithika muralidharan" userId="749fff8b25e41909" providerId="LiveId" clId="{31453249-FDBE-48B6-9512-35AA5549B4CD}" dt="2026-10-16T09:14:57.763" v="0" actId="767"/>
          <ac:spMkLst>
            <pc:docMk/>
            <pc:sldMk cId="3105347749" sldId="260"/>
            <ac:spMk id="12" creationId="{6E170CC7-EE9C-BFC4-37C3-BF12AFEA6D4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CE442-078F-4F91-2E76-17B9477440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193DD2-0E03-70E1-04BA-780E24251B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E4103-B926-3653-5C6A-61E5F5B5F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686C1-69F1-4515-A300-E04E33F7275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82846-FDDB-4394-4315-9C2BAE8A4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7A2B6-C2EC-3DEC-97DB-107A9D9F0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EF8B7-0FB1-46D6-A3DC-4C24063CB4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6263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8E4D7-DC42-D343-1F76-3ABD8028C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759EE-CF07-1CA1-A218-A5087A69D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C3BBA-C3EA-7988-D076-7506309B4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686C1-69F1-4515-A300-E04E33F7275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6C292-E64E-8638-8A73-FFF541A31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EBB99-0CE7-4539-34F2-E0D13F70C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EF8B7-0FB1-46D6-A3DC-4C24063CB4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376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DADB0-F37F-7CA8-E7B3-B1D3A3DBD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1638D7-FA11-FB8A-8429-BCCC7A910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27FB4-D0A3-4559-C186-9F33B58F2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686C1-69F1-4515-A300-E04E33F7275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5FD50-628A-42A5-7CFD-D09023DE9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3811F-D40A-8B45-4A8F-CF1322BB8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EF8B7-0FB1-46D6-A3DC-4C24063CB4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151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176EC-AEC1-B870-091F-6663FD08F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CEC92-FEB4-78A0-FFC5-B83000D605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A10472-3352-F26F-7524-98B73999F4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63E12A-8B7F-8B2E-3DF8-780111FAF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686C1-69F1-4515-A300-E04E33F7275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5F1359-8260-7C79-6C16-DF035DC92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91648E-BFFD-18FE-A7B0-C32D273F1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EF8B7-0FB1-46D6-A3DC-4C24063CB4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068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CD80C-3B95-40A9-996A-A01E975F5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D96AB-2507-5BD2-57EF-C9793363D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1CB20E-F4CA-AA36-0DFA-BDFA825473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F3C60B-514B-374D-BE1E-CCE45508F3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9C8BDE-5F97-59DF-F0BC-1AF1D608D4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7544B9-4FF8-6D88-FF11-C72BEB1C3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686C1-69F1-4515-A300-E04E33F7275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14E244-3392-549E-DA03-0473CD03D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262137-47AA-2F14-D9A2-1D8411319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EF8B7-0FB1-46D6-A3DC-4C24063CB4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9506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28E80-175B-32B0-A6C3-79D3321B5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B2A54C-FE8F-9AEE-FBDD-31F78B72C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686C1-69F1-4515-A300-E04E33F7275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26B17F-82FC-A1D6-5597-746482C32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D0A47A-116D-C8E4-2286-651DDC516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EF8B7-0FB1-46D6-A3DC-4C24063CB4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3046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EAA05A-5DC4-99C8-4295-451CB925C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686C1-69F1-4515-A300-E04E33F7275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868210-507A-797D-01CE-3BE15C959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1C7D1-72F7-2C25-C7DE-F4A83E967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EF8B7-0FB1-46D6-A3DC-4C24063CB4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739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0387F-5F2D-EEDE-D519-18C4BD242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BB14E-F7B0-F984-BB23-A0EB65929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1BD48A-6D51-3BC7-F90C-A07AB186FF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3C7080-C465-C3D2-8EF5-6A89A01D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686C1-69F1-4515-A300-E04E33F7275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CAD263-454F-0114-A694-1A7B77BC2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386E58-11AA-7F2F-642C-F4C3607E7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EF8B7-0FB1-46D6-A3DC-4C24063CB4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614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25E94-623D-C63C-72D1-40D1883CB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4CD2AE-4284-86B2-2EAB-4213DFA104F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9D7D8B-6D1E-212F-F097-F6DEED094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3EEC17-6128-511F-E3FC-941DB3A99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686C1-69F1-4515-A300-E04E33F7275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8B2796-FA16-C5A5-B384-BBCDBEE96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71E3B-0AC7-1737-058E-A3E52192F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EF8B7-0FB1-46D6-A3DC-4C24063CB4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9423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9A406-7A5A-EE0D-34C4-525F96843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776669-C6D1-3AF0-72F2-35F5B213F4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A5E07-64FE-EA70-4766-4B91CFE38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686C1-69F1-4515-A300-E04E33F7275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DC0D2-37B9-1F43-FBF2-CF19279DB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E4263-A748-EE30-3BE4-769C889E6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EF8B7-0FB1-46D6-A3DC-4C24063CB4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557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636948-F81F-EE58-719A-30F0EACB68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C5F94B-00EB-95A8-DC0A-4E4E922E8E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A0594-F944-1811-9DA0-BC36A5BB2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686C1-69F1-4515-A300-E04E33F7275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509DE-EF77-6CFF-A215-E632C33D4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0D952-6116-5121-E941-1750108FC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EF8B7-0FB1-46D6-A3DC-4C24063CB4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8364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41F79C-B6F5-9983-C59C-743459FE3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1CE4E5-6211-CA0D-142C-DA34725E6B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8F2AB-907D-3112-B0E9-E17FE49226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0686C1-69F1-4515-A300-E04E33F7275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41DDE-DD29-94DC-0839-B782FCB469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B37E9-107C-7997-C478-00A0C9875D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4EF8B7-0FB1-46D6-A3DC-4C24063CB4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2044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003D79E-4F39-F59C-1EC6-8382041953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43489" y="1465242"/>
            <a:ext cx="9144000" cy="1328757"/>
          </a:xfrm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Procurement and Vendor Analytics Platform Using Supplier Performance Mining and Purchase Risk Prediction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AB6292B-DADC-AAAC-0FBD-44B0A09395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0776" y="3580482"/>
            <a:ext cx="9144000" cy="2371381"/>
          </a:xfrm>
        </p:spPr>
        <p:txBody>
          <a:bodyPr>
            <a:normAutofit/>
          </a:bodyPr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Krithika M - 192521385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Rakshitha S – 192411008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Dharshini -192465026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Shruthi-192421155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DB4E7A-310A-1B68-C118-B5CED73260E9}"/>
              </a:ext>
            </a:extLst>
          </p:cNvPr>
          <p:cNvSpPr txBox="1"/>
          <p:nvPr/>
        </p:nvSpPr>
        <p:spPr>
          <a:xfrm>
            <a:off x="6224530" y="3668617"/>
            <a:ext cx="52219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Renuga 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- Programming department </a:t>
            </a:r>
          </a:p>
        </p:txBody>
      </p:sp>
      <p:pic>
        <p:nvPicPr>
          <p:cNvPr id="9" name="Picture 8" descr="SIMATS CGPA Calculator">
            <a:extLst>
              <a:ext uri="{FF2B5EF4-FFF2-40B4-BE49-F238E27FC236}">
                <a16:creationId xmlns:a16="http://schemas.microsoft.com/office/drawing/2014/main" id="{BA681201-CCDE-8AE5-3D13-AB7465669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04" y="166232"/>
            <a:ext cx="1467008" cy="1189035"/>
          </a:xfrm>
          <a:prstGeom prst="rect">
            <a:avLst/>
          </a:prstGeom>
        </p:spPr>
      </p:pic>
      <p:pic>
        <p:nvPicPr>
          <p:cNvPr id="11" name="Picture 10" descr="Saveetha Institute of Medical and Technical Sciences ...">
            <a:extLst>
              <a:ext uri="{FF2B5EF4-FFF2-40B4-BE49-F238E27FC236}">
                <a16:creationId xmlns:a16="http://schemas.microsoft.com/office/drawing/2014/main" id="{7A5B1579-EC34-6ADA-CEAC-D2C0A314E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7880" y="43542"/>
            <a:ext cx="2784120" cy="143441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170CC7-EE9C-BFC4-37C3-BF12AFEA6D4C}"/>
              </a:ext>
            </a:extLst>
          </p:cNvPr>
          <p:cNvSpPr txBox="1"/>
          <p:nvPr/>
        </p:nvSpPr>
        <p:spPr>
          <a:xfrm>
            <a:off x="-1806766" y="1388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5347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0610A61-92EC-2152-A8B4-2980658AEE7A}"/>
              </a:ext>
            </a:extLst>
          </p:cNvPr>
          <p:cNvSpPr txBox="1"/>
          <p:nvPr/>
        </p:nvSpPr>
        <p:spPr>
          <a:xfrm>
            <a:off x="304800" y="1614487"/>
            <a:ext cx="9590314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 supplier performance using historical procurement data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supplier delivery, product quality, pricing, and reliability.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potential purchase risks, such as delivery delays and price variations.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Discovers purchasing patterns and relationships in procurement transactions.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informed supplier selection and data-driven procurement decisions.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Aims to reduce purchasing risks and improve procurement efficiency.</a:t>
            </a:r>
          </a:p>
        </p:txBody>
      </p:sp>
      <p:pic>
        <p:nvPicPr>
          <p:cNvPr id="6" name="Picture 5" descr="SIMATS CGPA Calculator">
            <a:extLst>
              <a:ext uri="{FF2B5EF4-FFF2-40B4-BE49-F238E27FC236}">
                <a16:creationId xmlns:a16="http://schemas.microsoft.com/office/drawing/2014/main" id="{7EFE7AE6-1A7D-8355-B360-0FB7604D3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04" y="288923"/>
            <a:ext cx="991053" cy="943654"/>
          </a:xfrm>
          <a:prstGeom prst="rect">
            <a:avLst/>
          </a:prstGeom>
        </p:spPr>
      </p:pic>
      <p:pic>
        <p:nvPicPr>
          <p:cNvPr id="7" name="Picture 6" descr="Saveetha Institute of Medical and Technical Sciences ...">
            <a:extLst>
              <a:ext uri="{FF2B5EF4-FFF2-40B4-BE49-F238E27FC236}">
                <a16:creationId xmlns:a16="http://schemas.microsoft.com/office/drawing/2014/main" id="{824C50AA-E1E8-03F7-81A7-00B9302D1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800" y="288923"/>
            <a:ext cx="1556657" cy="1145493"/>
          </a:xfrm>
          <a:prstGeom prst="rect">
            <a:avLst/>
          </a:prstGeom>
        </p:spPr>
      </p:pic>
      <p:pic>
        <p:nvPicPr>
          <p:cNvPr id="9" name="Picture 8" descr="Risk Prediction Stock Illustrations – 2,732 Risk Prediction Stock Illustrations, Vectors &amp; Clipart - Dreamstime">
            <a:extLst>
              <a:ext uri="{FF2B5EF4-FFF2-40B4-BE49-F238E27FC236}">
                <a16:creationId xmlns:a16="http://schemas.microsoft.com/office/drawing/2014/main" id="{69155F64-37D5-1E16-CEA3-D15DB5F276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9829" y="2469469"/>
            <a:ext cx="3143941" cy="2962503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18621627-E322-634A-1A6A-D770DFED4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5504" y="902855"/>
            <a:ext cx="2720248" cy="659444"/>
          </a:xfrm>
        </p:spPr>
        <p:txBody>
          <a:bodyPr>
            <a:normAutofit fontScale="90000"/>
          </a:bodyPr>
          <a:lstStyle/>
          <a:p>
            <a:r>
              <a:rPr lang="en-IN" sz="4900" b="1" dirty="0"/>
              <a:t>Abstract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5825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21194-C0BC-D226-E3A3-EF5F3A531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IMATS CGPA Calculator">
            <a:extLst>
              <a:ext uri="{FF2B5EF4-FFF2-40B4-BE49-F238E27FC236}">
                <a16:creationId xmlns:a16="http://schemas.microsoft.com/office/drawing/2014/main" id="{24259844-C805-D8C4-44A1-720429631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3" y="38552"/>
            <a:ext cx="991053" cy="943654"/>
          </a:xfrm>
          <a:prstGeom prst="rect">
            <a:avLst/>
          </a:prstGeom>
        </p:spPr>
      </p:pic>
      <p:pic>
        <p:nvPicPr>
          <p:cNvPr id="7" name="Picture 6" descr="Saveetha Institute of Medical and Technical Sciences ...">
            <a:extLst>
              <a:ext uri="{FF2B5EF4-FFF2-40B4-BE49-F238E27FC236}">
                <a16:creationId xmlns:a16="http://schemas.microsoft.com/office/drawing/2014/main" id="{D230643D-8BD8-C464-AA31-301A6A21F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9417" y="1"/>
            <a:ext cx="2122583" cy="793214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8D7B89D-EBB4-A840-3C71-7F4B10872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9829" y="-152403"/>
            <a:ext cx="85344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and Technologies Used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B28597-15AE-8A82-AA18-00465037D497}"/>
              </a:ext>
            </a:extLst>
          </p:cNvPr>
          <p:cNvSpPr/>
          <p:nvPr/>
        </p:nvSpPr>
        <p:spPr>
          <a:xfrm>
            <a:off x="996043" y="1036278"/>
            <a:ext cx="5368853" cy="569603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1.Python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preprocessing and analysis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Implementation of data mining techniques.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2.SQL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Storing and managing supplier , purchase data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Retrieving relevant procurement records.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KNIME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data analytics workflows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Performing data processing and visualization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Classification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Categorizes suppliers or purchases based on performance and risk levels.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potentially high-risk purchases.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0AD4C9-1AE1-79EC-E57D-F37C5C1C5513}"/>
              </a:ext>
            </a:extLst>
          </p:cNvPr>
          <p:cNvSpPr/>
          <p:nvPr/>
        </p:nvSpPr>
        <p:spPr>
          <a:xfrm>
            <a:off x="6554972" y="1036277"/>
            <a:ext cx="4892274" cy="569603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Clustering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Groups suppliers with similar performance characteristics.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high-performing and low-performing supplier groups.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Association Rule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relationships between products, suppliers, and purchasing patterns.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discover recurring trends in procurement transactions.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3120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211</Words>
  <Application>Microsoft Office PowerPoint</Application>
  <PresentationFormat>Widescreen</PresentationFormat>
  <Paragraphs>35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Intelligent Procurement and Vendor Analytics Platform Using Supplier Performance Mining and Purchase Risk Prediction</vt:lpstr>
      <vt:lpstr>Abstract </vt:lpstr>
      <vt:lpstr>Techniques and Technologies Used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krithika muralidharan</dc:creator>
  <cp:lastModifiedBy>krithika muralidharan</cp:lastModifiedBy>
  <cp:revision>1</cp:revision>
  <dcterms:created xsi:type="dcterms:W3CDTF">2026-10-16T07:03:17Z</dcterms:created>
  <dcterms:modified xsi:type="dcterms:W3CDTF">2026-10-21T04:32:41Z</dcterms:modified>
</cp:coreProperties>
</file>